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IntelliCannula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Clinical Decision Support for Peripheral IV Cannulation</a:t>
            </a:r>
          </a:p>
          <a:p>
            <a:r>
              <a:t>Pre-cannulation vein guidance &amp; post-cannulation infection monitoring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Peripheral Intravenous Cannulation (PIVC) is the most common invasive hospital procedure.</a:t>
            </a:r>
          </a:p>
          <a:p>
            <a:r>
              <a:t>High failure rates occur in patients with Difficult Venous Access (DVA).</a:t>
            </a:r>
          </a:p>
          <a:p>
            <a:r>
              <a:t>Post-cannulation complications (phlebitis, infiltration) affect up to 30% of patients and are often caught late.</a:t>
            </a:r>
          </a:p>
          <a:p>
            <a:r>
              <a:t>IntelliCannula is a two-phase AI decision support system that recommends safe insertion sites and monitors the site over time for early signs of infection.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 (Pre-Cannulation): Segment subcutaneous veins from Near-Infrared (NIR) imagery and compute optimal insertion coordinates and needle angles.</a:t>
            </a:r>
          </a:p>
          <a:p>
            <a:r>
              <a:t>Phase 2 (Post-Cannulation): Detect cannula hubs accurately and track site erythema (redness) and texture variations over consecutive days.</a:t>
            </a:r>
          </a:p>
          <a:p>
            <a:r>
              <a:t>Clinical Safety: Provide an advisory, human-in-the-loop dashboard following the principle: 'The system recommends, never acts'.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Methodology (1/2): Vein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CUBITAL Near-Infrared (NIR) dataset.</a:t>
            </a:r>
          </a:p>
          <a:p>
            <a:r>
              <a:t>Model: Attention U-Net architecture (7.85M parameters) chosen for precise spatial segmentation of venous structures.</a:t>
            </a:r>
          </a:p>
          <a:p>
            <a:r>
              <a:t>Post-Processing Pipeline:</a:t>
            </a:r>
          </a:p>
          <a:p>
            <a:pPr lvl="1"/>
            <a:r>
              <a:t>Skeletonization of the predicted vein mask.</a:t>
            </a:r>
          </a:p>
          <a:p>
            <a:pPr lvl="1"/>
            <a:r>
              <a:t>Identification of the widest, straightest segment.</a:t>
            </a:r>
          </a:p>
          <a:p>
            <a:pPr lvl="1"/>
            <a:r>
              <a:t>Calculation of the optimal insertion angle and coordinates.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Methodology (2/2): Infection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Hub Detection (YOLOv11): Trained via domain-randomized synthetic compositing (3D hubs overlaid on real skin backgrounds) to preserve patient privacy while achieving mAP50 of 0.995.</a:t>
            </a:r>
          </a:p>
          <a:p>
            <a:r>
              <a:t>Image Registration: ORB keypoint matching aligns daily RGB clinical photos to the patient's Day 0 baseline to correct camera angles.</a:t>
            </a:r>
          </a:p>
          <a:p>
            <a:r>
              <a:t>Risk Prediction: LightGBM model analyzes temporal color shifts (LAB space) and texture features to output a normalized infection risk score.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Next.js Clinician Dashboard (React, Tailwind CSS) providing an intuitive interface for image uploads and trend visualization.</a:t>
            </a:r>
          </a:p>
          <a:p>
            <a:r>
              <a:t>Backend: FastAPI (Python) handling REST API requests, audit logging, and ML orchestration.</a:t>
            </a:r>
          </a:p>
          <a:p>
            <a:r>
              <a:t>Database: Resilient architecture using PostgreSQL with an automatic fallback to local SQLite.</a:t>
            </a:r>
          </a:p>
          <a:p>
            <a:r>
              <a:t>ML Integration: Lazy-loaded PyTorch and LightGBM models running in isolated subprocesses to ensure memory efficiency and avoid OpenMP collisions.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Implementation: Clinician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[Please insert a screenshot of the IntelliCannula Dashboard Home Page here]</a:t>
            </a:r>
          </a:p>
          <a:p>
            <a:r>
              <a:t>Features a patient directory, clinical advisory warnings, and pipeline metric badges.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Output: Pre-Cannulation Vein Scan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[Please insert a screenshot of the Vein Scan Output here]</a:t>
            </a:r>
          </a:p>
          <a:p>
            <a:r>
              <a:t>Highlights the vein segmentation overlay on the NIR image.</a:t>
            </a:r>
          </a:p>
          <a:p>
            <a:r>
              <a:t>Displays calculated insertion site coordinates and recommended needle angle.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Output: Post-Cannulation Infection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[Please insert a screenshot of the Site Check Output here]</a:t>
            </a:r>
          </a:p>
          <a:p>
            <a:r>
              <a:t>Shows the localized ROI bounding box detected by YOLOv11.</a:t>
            </a:r>
          </a:p>
          <a:p>
            <a:r>
              <a:t>Displays the temporal risk trend chart and automated clinical alert banners based on risk velocity.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Conclusion: IntelliCannula successfully demonstrates end-to-end clinical workflow automation, reducing reliance on subjective visual inspection for PIVC management.</a:t>
            </a:r>
          </a:p>
          <a:p>
            <a:r>
              <a:t>Future Scope:</a:t>
            </a:r>
          </a:p>
          <a:p>
            <a:pPr lvl="1"/>
            <a:r>
              <a:t>Clinical trials with real patient temporal dataset validation.</a:t>
            </a:r>
          </a:p>
          <a:p>
            <a:pPr lvl="1"/>
            <a:r>
              <a:t>Edge deployment on mobile devices via ONNX runtime for offline bedside inference.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